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9" r:id="rId5"/>
    <p:sldId id="259" r:id="rId6"/>
    <p:sldId id="260" r:id="rId7"/>
    <p:sldId id="287" r:id="rId8"/>
    <p:sldId id="285" r:id="rId9"/>
    <p:sldId id="286" r:id="rId10"/>
    <p:sldId id="262" r:id="rId11"/>
    <p:sldId id="280" r:id="rId12"/>
    <p:sldId id="281" r:id="rId13"/>
    <p:sldId id="282" r:id="rId14"/>
    <p:sldId id="283" r:id="rId15"/>
    <p:sldId id="264" r:id="rId16"/>
    <p:sldId id="265" r:id="rId17"/>
    <p:sldId id="266" r:id="rId18"/>
    <p:sldId id="274" r:id="rId19"/>
  </p:sldIdLst>
  <p:sldSz cx="18288000" cy="10287000"/>
  <p:notesSz cx="6858000" cy="9144000"/>
  <p:embeddedFontLst>
    <p:embeddedFont>
      <p:font typeface="Arial Bold" panose="020B0704020202020204" pitchFamily="34" charset="0"/>
      <p:bold r:id="rId21"/>
    </p:embeddedFont>
    <p:embeddedFont>
      <p:font typeface="Bell MT" panose="02020503060305020303" pitchFamily="18" charset="0"/>
      <p:regular r:id="rId22"/>
      <p:bold r:id="rId23"/>
      <p:italic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nva Sans" panose="020B0604020202020204" charset="0"/>
      <p:regular r:id="rId29"/>
    </p:embeddedFont>
    <p:embeddedFont>
      <p:font typeface="Canva Sans Bold" panose="020B0604020202020204" charset="0"/>
      <p:bold r:id="rId30"/>
    </p:embeddedFont>
    <p:embeddedFont>
      <p:font typeface="Tahoma" panose="020B0604030504040204" pitchFamily="34" charset="0"/>
      <p:regular r:id="rId31"/>
      <p:bold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58" d="100"/>
          <a:sy n="58" d="100"/>
        </p:scale>
        <p:origin x="514" y="67"/>
      </p:cViewPr>
      <p:guideLst>
        <p:guide orient="horz" pos="2160"/>
        <p:guide pos="2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16</a:t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7647">
            <a:off x="581004" y="666750"/>
            <a:ext cx="17127897" cy="0"/>
          </a:xfrm>
          <a:prstGeom prst="line">
            <a:avLst/>
          </a:prstGeom>
          <a:ln w="28575" cap="rnd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580073" y="9536058"/>
            <a:ext cx="17127855" cy="38100"/>
          </a:xfrm>
          <a:prstGeom prst="line">
            <a:avLst/>
          </a:prstGeom>
          <a:ln w="28575" cap="rnd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rot="5385303">
            <a:off x="-3856051" y="5103785"/>
            <a:ext cx="8912251" cy="0"/>
          </a:xfrm>
          <a:prstGeom prst="line">
            <a:avLst/>
          </a:prstGeom>
          <a:ln w="28575" cap="rnd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rot="5385303">
            <a:off x="13233704" y="5103785"/>
            <a:ext cx="8912251" cy="0"/>
          </a:xfrm>
          <a:prstGeom prst="line">
            <a:avLst/>
          </a:prstGeom>
          <a:ln w="28575" cap="rnd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5608676" y="989751"/>
            <a:ext cx="1650624" cy="1383908"/>
            <a:chOff x="0" y="0"/>
            <a:chExt cx="2200832" cy="18452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00783" cy="1845183"/>
            </a:xfrm>
            <a:custGeom>
              <a:avLst/>
              <a:gdLst/>
              <a:ahLst/>
              <a:cxnLst/>
              <a:rect l="l" t="t" r="r" b="b"/>
              <a:pathLst>
                <a:path w="2200783" h="1845183">
                  <a:moveTo>
                    <a:pt x="0" y="0"/>
                  </a:moveTo>
                  <a:lnTo>
                    <a:pt x="2200783" y="0"/>
                  </a:lnTo>
                  <a:lnTo>
                    <a:pt x="2200783" y="1845183"/>
                  </a:lnTo>
                  <a:lnTo>
                    <a:pt x="0" y="1845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2" r="-2" b="-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943240" y="2602690"/>
            <a:ext cx="10401519" cy="3190118"/>
            <a:chOff x="-179276" y="-1990312"/>
            <a:chExt cx="13868693" cy="4253490"/>
          </a:xfrm>
        </p:grpSpPr>
        <p:sp>
          <p:nvSpPr>
            <p:cNvPr id="9" name="Freeform 9"/>
            <p:cNvSpPr/>
            <p:nvPr/>
          </p:nvSpPr>
          <p:spPr>
            <a:xfrm>
              <a:off x="0" y="-1"/>
              <a:ext cx="12789078" cy="2263179"/>
            </a:xfrm>
            <a:custGeom>
              <a:avLst/>
              <a:gdLst/>
              <a:ahLst/>
              <a:cxnLst/>
              <a:rect l="l" t="t" r="r" b="b"/>
              <a:pathLst>
                <a:path w="12789078" h="2263179">
                  <a:moveTo>
                    <a:pt x="0" y="0"/>
                  </a:moveTo>
                  <a:lnTo>
                    <a:pt x="12789078" y="0"/>
                  </a:lnTo>
                  <a:lnTo>
                    <a:pt x="12789078" y="2263179"/>
                  </a:lnTo>
                  <a:lnTo>
                    <a:pt x="0" y="22631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-179276" y="-1990312"/>
              <a:ext cx="13868693" cy="254892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5500"/>
                </a:lnSpc>
              </a:pPr>
              <a:r>
                <a:rPr lang="en-US" sz="4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Data Structures</a:t>
              </a:r>
            </a:p>
            <a:p>
              <a:pPr algn="ctr">
                <a:lnSpc>
                  <a:spcPts val="5500"/>
                </a:lnSpc>
              </a:pPr>
              <a:r>
                <a:rPr lang="en-US" sz="4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Tourism &amp; Travel Management System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52648" y="4934840"/>
            <a:ext cx="16998945" cy="4022905"/>
            <a:chOff x="-270328" y="-3318463"/>
            <a:chExt cx="11090728" cy="53638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820400" cy="2045408"/>
            </a:xfrm>
            <a:custGeom>
              <a:avLst/>
              <a:gdLst/>
              <a:ahLst/>
              <a:cxnLst/>
              <a:rect l="l" t="t" r="r" b="b"/>
              <a:pathLst>
                <a:path w="10820400" h="2045408">
                  <a:moveTo>
                    <a:pt x="0" y="0"/>
                  </a:moveTo>
                  <a:lnTo>
                    <a:pt x="10820400" y="0"/>
                  </a:lnTo>
                  <a:lnTo>
                    <a:pt x="10820400" y="2045408"/>
                  </a:lnTo>
                  <a:lnTo>
                    <a:pt x="0" y="20454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-270328" y="-3318463"/>
              <a:ext cx="10820400" cy="241375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200"/>
                </a:lnSpc>
              </a:pPr>
              <a:r>
                <a:rPr lang="en-US" sz="3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  <a:sym typeface="Canva Sans Bold" panose="020B0803030501040103"/>
                </a:rPr>
                <a:t>Group Member</a:t>
              </a:r>
              <a:r>
                <a:rPr lang="en-US" sz="3200" b="1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</a:t>
              </a:r>
              <a:endPara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Canva Sans Bold" panose="020B0803030501040103"/>
              </a:endParaRPr>
            </a:p>
            <a:p>
              <a:pPr algn="ctr">
                <a:lnSpc>
                  <a:spcPts val="4200"/>
                </a:lnSpc>
              </a:pPr>
              <a:r>
                <a:rPr lang="en-US" sz="3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  <a:sym typeface="Canva Sans Bold" panose="020B0803030501040103"/>
                </a:rPr>
                <a:t>Member 01:</a:t>
              </a:r>
              <a:r>
                <a:rPr lang="en-US" sz="32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  <a:sym typeface="Canva Sans" panose="020B0503030501040103"/>
                </a:rPr>
                <a:t> </a:t>
              </a:r>
              <a:r>
                <a:rPr lang="en-US" sz="32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  <a:sym typeface="Canva Sans" panose="020B0503030501040103"/>
                </a:rPr>
                <a:t>Ali Hassan (Group Lead)</a:t>
              </a:r>
              <a:endPara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Canva Sans" panose="020B0503030501040103"/>
              </a:endParaRPr>
            </a:p>
            <a:p>
              <a:pPr algn="ctr">
                <a:lnSpc>
                  <a:spcPts val="4200"/>
                </a:lnSpc>
              </a:pPr>
              <a:r>
                <a:rPr lang="en-US" sz="3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  <a:sym typeface="Canva Sans Bold" panose="020B0803030501040103"/>
                </a:rPr>
                <a:t>Member 02: </a:t>
              </a:r>
              <a:r>
                <a:rPr lang="en-US" sz="32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  <a:sym typeface="Canva Sans Bold" panose="020B0803030501040103"/>
                </a:rPr>
                <a:t>Ayesha Saleh</a:t>
              </a:r>
              <a:endPara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Canva Sans" panose="020B0503030501040103"/>
              </a:endParaRPr>
            </a:p>
            <a:p>
              <a:pPr algn="ctr">
                <a:lnSpc>
                  <a:spcPts val="4200"/>
                </a:lnSpc>
              </a:pPr>
              <a:r>
                <a:rPr lang="en-US" sz="3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  <a:sym typeface="Canva Sans Bold" panose="020B0803030501040103"/>
                </a:rPr>
                <a:t>Member 03:</a:t>
              </a:r>
              <a:r>
                <a:rPr lang="en-US" sz="32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  <a:sym typeface="Canva Sans" panose="020B0503030501040103"/>
                </a:rPr>
                <a:t> Malika Salam</a:t>
              </a:r>
            </a:p>
            <a:p>
              <a:pPr algn="ctr">
                <a:lnSpc>
                  <a:spcPts val="4200"/>
                </a:lnSpc>
              </a:pPr>
              <a:r>
                <a:rPr lang="en-US" sz="3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  <a:sym typeface="Canva Sans Bold" panose="020B0803030501040103"/>
                </a:rPr>
                <a:t>Member 04: </a:t>
              </a:r>
              <a:r>
                <a:rPr lang="en-US" sz="32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  <a:sym typeface="Canva Sans" panose="020B0503030501040103"/>
                </a:rPr>
                <a:t>Wania Adnan</a:t>
              </a:r>
              <a:endPara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Canva Sans" panose="020B0503030501040103"/>
              </a:endParaRPr>
            </a:p>
            <a:p>
              <a:pPr>
                <a:lnSpc>
                  <a:spcPts val="4200"/>
                </a:lnSpc>
              </a:pPr>
              <a:endParaRPr lang="en-US" sz="2500" dirty="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  <a:p>
              <a:pPr algn="l">
                <a:lnSpc>
                  <a:spcPts val="4200"/>
                </a:lnSpc>
              </a:pPr>
              <a:endParaRPr lang="en-US" sz="2500" dirty="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  <a:p>
              <a:pPr algn="l">
                <a:lnSpc>
                  <a:spcPts val="4200"/>
                </a:lnSpc>
              </a:pPr>
              <a:endParaRPr lang="en-US" sz="2500" dirty="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931734" y="9645801"/>
            <a:ext cx="7234365" cy="763055"/>
            <a:chOff x="0" y="0"/>
            <a:chExt cx="9645820" cy="101740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645820" cy="1017407"/>
            </a:xfrm>
            <a:custGeom>
              <a:avLst/>
              <a:gdLst/>
              <a:ahLst/>
              <a:cxnLst/>
              <a:rect l="l" t="t" r="r" b="b"/>
              <a:pathLst>
                <a:path w="9645820" h="1017407">
                  <a:moveTo>
                    <a:pt x="0" y="0"/>
                  </a:moveTo>
                  <a:lnTo>
                    <a:pt x="9645820" y="0"/>
                  </a:lnTo>
                  <a:lnTo>
                    <a:pt x="9645820" y="1017407"/>
                  </a:lnTo>
                  <a:lnTo>
                    <a:pt x="0" y="1017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42875"/>
              <a:ext cx="9645820" cy="11602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710"/>
                </a:lnSpc>
              </a:pPr>
              <a:r>
                <a:rPr lang="en-US" sz="2210" dirty="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Department of Creative Technology - FCAI</a:t>
              </a:r>
            </a:p>
            <a:p>
              <a:pPr algn="ctr">
                <a:lnSpc>
                  <a:spcPts val="2350"/>
                </a:lnSpc>
              </a:pPr>
              <a:endParaRPr lang="en-US" sz="221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724485" y="8613588"/>
            <a:ext cx="2829138" cy="860557"/>
            <a:chOff x="0" y="0"/>
            <a:chExt cx="3772183" cy="114740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72183" cy="1147409"/>
            </a:xfrm>
            <a:custGeom>
              <a:avLst/>
              <a:gdLst/>
              <a:ahLst/>
              <a:cxnLst/>
              <a:rect l="l" t="t" r="r" b="b"/>
              <a:pathLst>
                <a:path w="3772183" h="1147409">
                  <a:moveTo>
                    <a:pt x="0" y="0"/>
                  </a:moveTo>
                  <a:lnTo>
                    <a:pt x="3772183" y="0"/>
                  </a:lnTo>
                  <a:lnTo>
                    <a:pt x="3772183" y="1147409"/>
                  </a:lnTo>
                  <a:lnTo>
                    <a:pt x="0" y="11474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3772183" cy="117598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775"/>
                </a:lnSpc>
              </a:pPr>
              <a:r>
                <a:rPr lang="en-US" sz="2500" dirty="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Date: Dec,29,2025</a:t>
              </a:r>
            </a:p>
            <a:p>
              <a:pPr algn="l">
                <a:lnSpc>
                  <a:spcPts val="2775"/>
                </a:lnSpc>
              </a:pPr>
              <a:r>
                <a:rPr lang="en-US" sz="2500" dirty="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Total Slides: 17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1028700" y="1028700"/>
            <a:ext cx="2552898" cy="1453513"/>
          </a:xfrm>
          <a:custGeom>
            <a:avLst/>
            <a:gdLst/>
            <a:ahLst/>
            <a:cxnLst/>
            <a:rect l="l" t="t" r="r" b="b"/>
            <a:pathLst>
              <a:path w="2552898" h="1453513">
                <a:moveTo>
                  <a:pt x="0" y="0"/>
                </a:moveTo>
                <a:lnTo>
                  <a:pt x="2552898" y="0"/>
                </a:lnTo>
                <a:lnTo>
                  <a:pt x="2552898" y="1453513"/>
                </a:lnTo>
                <a:lnTo>
                  <a:pt x="0" y="14535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7553623" y="9636276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1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0075" y="676275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599123" y="9550345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600075" y="676275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7689830" y="676275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608676" y="989751"/>
            <a:ext cx="1650624" cy="1383908"/>
          </a:xfrm>
          <a:custGeom>
            <a:avLst/>
            <a:gdLst/>
            <a:ahLst/>
            <a:cxnLst/>
            <a:rect l="l" t="t" r="r" b="b"/>
            <a:pathLst>
              <a:path w="1650624" h="1383908">
                <a:moveTo>
                  <a:pt x="0" y="0"/>
                </a:moveTo>
                <a:lnTo>
                  <a:pt x="1650624" y="0"/>
                </a:lnTo>
                <a:lnTo>
                  <a:pt x="1650624" y="1383908"/>
                </a:lnTo>
                <a:lnTo>
                  <a:pt x="0" y="1383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835946" y="2222327"/>
            <a:ext cx="10904446" cy="707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553623" y="9636276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2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931734" y="9645801"/>
            <a:ext cx="7234365" cy="763055"/>
            <a:chOff x="0" y="0"/>
            <a:chExt cx="9645820" cy="10174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645820" cy="1017407"/>
            </a:xfrm>
            <a:custGeom>
              <a:avLst/>
              <a:gdLst/>
              <a:ahLst/>
              <a:cxnLst/>
              <a:rect l="l" t="t" r="r" b="b"/>
              <a:pathLst>
                <a:path w="9645820" h="1017407">
                  <a:moveTo>
                    <a:pt x="0" y="0"/>
                  </a:moveTo>
                  <a:lnTo>
                    <a:pt x="9645820" y="0"/>
                  </a:lnTo>
                  <a:lnTo>
                    <a:pt x="9645820" y="1017407"/>
                  </a:lnTo>
                  <a:lnTo>
                    <a:pt x="0" y="1017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42875"/>
              <a:ext cx="9645820" cy="11602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710"/>
                </a:lnSpc>
              </a:pPr>
              <a:r>
                <a:rPr lang="en-US" sz="221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Department of Creative Technology - FCAI</a:t>
              </a:r>
            </a:p>
            <a:p>
              <a:pPr algn="ctr">
                <a:lnSpc>
                  <a:spcPts val="2350"/>
                </a:lnSpc>
              </a:pPr>
              <a:endParaRPr lang="en-US" sz="221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1028700" y="1028700"/>
            <a:ext cx="2552898" cy="1453513"/>
          </a:xfrm>
          <a:custGeom>
            <a:avLst/>
            <a:gdLst/>
            <a:ahLst/>
            <a:cxnLst/>
            <a:rect l="l" t="t" r="r" b="b"/>
            <a:pathLst>
              <a:path w="2552898" h="1453513">
                <a:moveTo>
                  <a:pt x="0" y="0"/>
                </a:moveTo>
                <a:lnTo>
                  <a:pt x="2552898" y="0"/>
                </a:lnTo>
                <a:lnTo>
                  <a:pt x="2552898" y="1453513"/>
                </a:lnTo>
                <a:lnTo>
                  <a:pt x="0" y="14535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048000" y="3665349"/>
            <a:ext cx="1353967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Tourism &amp; Travel Management System is a web-based application designed to simplify the process of tourism planning and management.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explore travel destinations, view tour packages, and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make bookings online.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provides an admin panel to efficiently manage tours,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users, and bookings.</a:t>
            </a:r>
          </a:p>
          <a:p>
            <a:pPr algn="just"/>
            <a:endParaRPr lang="en-US" sz="320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7647">
            <a:off x="581004" y="666750"/>
            <a:ext cx="17127897" cy="0"/>
          </a:xfrm>
          <a:prstGeom prst="line">
            <a:avLst/>
          </a:prstGeom>
          <a:ln w="28575" cap="rnd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7647">
            <a:off x="580052" y="9540820"/>
            <a:ext cx="17127897" cy="0"/>
          </a:xfrm>
          <a:prstGeom prst="line">
            <a:avLst/>
          </a:prstGeom>
          <a:ln w="28575" cap="rnd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rot="5385303">
            <a:off x="-3856051" y="5103785"/>
            <a:ext cx="8912251" cy="0"/>
          </a:xfrm>
          <a:prstGeom prst="line">
            <a:avLst/>
          </a:prstGeom>
          <a:ln w="28575" cap="rnd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rot="5385303">
            <a:off x="13233704" y="5103785"/>
            <a:ext cx="8912251" cy="0"/>
          </a:xfrm>
          <a:prstGeom prst="line">
            <a:avLst/>
          </a:prstGeom>
          <a:ln w="28575" cap="rnd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5608676" y="989751"/>
            <a:ext cx="1650624" cy="1383908"/>
            <a:chOff x="0" y="0"/>
            <a:chExt cx="2200832" cy="18452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00783" cy="1845183"/>
            </a:xfrm>
            <a:custGeom>
              <a:avLst/>
              <a:gdLst/>
              <a:ahLst/>
              <a:cxnLst/>
              <a:rect l="l" t="t" r="r" b="b"/>
              <a:pathLst>
                <a:path w="2200783" h="1845183">
                  <a:moveTo>
                    <a:pt x="0" y="0"/>
                  </a:moveTo>
                  <a:lnTo>
                    <a:pt x="2200783" y="0"/>
                  </a:lnTo>
                  <a:lnTo>
                    <a:pt x="2200783" y="1845183"/>
                  </a:lnTo>
                  <a:lnTo>
                    <a:pt x="0" y="1845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2" r="-2" b="-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563148" y="9636276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16635" y="2389663"/>
            <a:ext cx="8856634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931734" y="9645801"/>
            <a:ext cx="7234365" cy="763055"/>
            <a:chOff x="0" y="0"/>
            <a:chExt cx="9645820" cy="101740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645820" cy="1017407"/>
            </a:xfrm>
            <a:custGeom>
              <a:avLst/>
              <a:gdLst/>
              <a:ahLst/>
              <a:cxnLst/>
              <a:rect l="l" t="t" r="r" b="b"/>
              <a:pathLst>
                <a:path w="9645820" h="1017407">
                  <a:moveTo>
                    <a:pt x="0" y="0"/>
                  </a:moveTo>
                  <a:lnTo>
                    <a:pt x="9645820" y="0"/>
                  </a:lnTo>
                  <a:lnTo>
                    <a:pt x="9645820" y="1017407"/>
                  </a:lnTo>
                  <a:lnTo>
                    <a:pt x="0" y="1017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42875"/>
              <a:ext cx="9645820" cy="11602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710"/>
                </a:lnSpc>
              </a:pPr>
              <a:r>
                <a:rPr lang="en-US" sz="221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Department of Creative Technology - FCAI</a:t>
              </a:r>
            </a:p>
            <a:p>
              <a:pPr algn="ctr">
                <a:lnSpc>
                  <a:spcPts val="2350"/>
                </a:lnSpc>
              </a:pPr>
              <a:endParaRPr lang="en-US" sz="221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6" name="Freeform 16"/>
          <p:cNvSpPr/>
          <p:nvPr/>
        </p:nvSpPr>
        <p:spPr>
          <a:xfrm>
            <a:off x="1028700" y="1028700"/>
            <a:ext cx="2552898" cy="1453513"/>
          </a:xfrm>
          <a:custGeom>
            <a:avLst/>
            <a:gdLst/>
            <a:ahLst/>
            <a:cxnLst/>
            <a:rect l="l" t="t" r="r" b="b"/>
            <a:pathLst>
              <a:path w="2552898" h="1453513">
                <a:moveTo>
                  <a:pt x="0" y="0"/>
                </a:moveTo>
                <a:lnTo>
                  <a:pt x="2552898" y="0"/>
                </a:lnTo>
                <a:lnTo>
                  <a:pt x="2552898" y="1453513"/>
                </a:lnTo>
                <a:lnTo>
                  <a:pt x="0" y="14535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662714" y="3653202"/>
            <a:ext cx="10962573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tourism management systems face several challenges: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tour information.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customer handling.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accessibility for users.</a:t>
            </a:r>
          </a:p>
          <a:p>
            <a:pPr>
              <a:lnSpc>
                <a:spcPts val="3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Bell MT" panose="02020503060305020303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62713" y="6426128"/>
            <a:ext cx="1303401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issues create inefficiency for both customers and travel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administrators.</a:t>
            </a: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7647">
            <a:off x="581004" y="666750"/>
            <a:ext cx="17127897" cy="0"/>
          </a:xfrm>
          <a:prstGeom prst="line">
            <a:avLst/>
          </a:prstGeom>
          <a:ln w="28575" cap="rnd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7647">
            <a:off x="580052" y="9540820"/>
            <a:ext cx="17127897" cy="0"/>
          </a:xfrm>
          <a:prstGeom prst="line">
            <a:avLst/>
          </a:prstGeom>
          <a:ln w="28575" cap="rnd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rot="5385303">
            <a:off x="-3856051" y="5103785"/>
            <a:ext cx="8912251" cy="0"/>
          </a:xfrm>
          <a:prstGeom prst="line">
            <a:avLst/>
          </a:prstGeom>
          <a:ln w="28575" cap="rnd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rot="5385303">
            <a:off x="13233704" y="5103785"/>
            <a:ext cx="8912251" cy="0"/>
          </a:xfrm>
          <a:prstGeom prst="line">
            <a:avLst/>
          </a:prstGeom>
          <a:ln w="28575" cap="rnd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5608676" y="989751"/>
            <a:ext cx="1650624" cy="1383908"/>
            <a:chOff x="0" y="0"/>
            <a:chExt cx="2200832" cy="18452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00783" cy="1845183"/>
            </a:xfrm>
            <a:custGeom>
              <a:avLst/>
              <a:gdLst/>
              <a:ahLst/>
              <a:cxnLst/>
              <a:rect l="l" t="t" r="r" b="b"/>
              <a:pathLst>
                <a:path w="2200783" h="1845183">
                  <a:moveTo>
                    <a:pt x="0" y="0"/>
                  </a:moveTo>
                  <a:lnTo>
                    <a:pt x="2200783" y="0"/>
                  </a:lnTo>
                  <a:lnTo>
                    <a:pt x="2200783" y="1845183"/>
                  </a:lnTo>
                  <a:lnTo>
                    <a:pt x="0" y="1845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2" r="-2" b="-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561602" y="9636276"/>
            <a:ext cx="155492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4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931734" y="9645801"/>
            <a:ext cx="7234365" cy="763055"/>
            <a:chOff x="0" y="0"/>
            <a:chExt cx="9645820" cy="101740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645820" cy="1017407"/>
            </a:xfrm>
            <a:custGeom>
              <a:avLst/>
              <a:gdLst/>
              <a:ahLst/>
              <a:cxnLst/>
              <a:rect l="l" t="t" r="r" b="b"/>
              <a:pathLst>
                <a:path w="9645820" h="1017407">
                  <a:moveTo>
                    <a:pt x="0" y="0"/>
                  </a:moveTo>
                  <a:lnTo>
                    <a:pt x="9645820" y="0"/>
                  </a:lnTo>
                  <a:lnTo>
                    <a:pt x="9645820" y="1017407"/>
                  </a:lnTo>
                  <a:lnTo>
                    <a:pt x="0" y="1017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42875"/>
              <a:ext cx="9645820" cy="11602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710"/>
                </a:lnSpc>
              </a:pPr>
              <a:r>
                <a:rPr lang="en-US" sz="221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Department of Creative Technology - FCAI</a:t>
              </a:r>
            </a:p>
            <a:p>
              <a:pPr algn="ctr">
                <a:lnSpc>
                  <a:spcPts val="2350"/>
                </a:lnSpc>
              </a:pPr>
              <a:endParaRPr lang="en-US" sz="221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6" name="Freeform 16"/>
          <p:cNvSpPr/>
          <p:nvPr/>
        </p:nvSpPr>
        <p:spPr>
          <a:xfrm>
            <a:off x="1028700" y="1028700"/>
            <a:ext cx="2552898" cy="1453513"/>
          </a:xfrm>
          <a:custGeom>
            <a:avLst/>
            <a:gdLst/>
            <a:ahLst/>
            <a:cxnLst/>
            <a:rect l="l" t="t" r="r" b="b"/>
            <a:pathLst>
              <a:path w="2552898" h="1453513">
                <a:moveTo>
                  <a:pt x="0" y="0"/>
                </a:moveTo>
                <a:lnTo>
                  <a:pt x="2552898" y="0"/>
                </a:lnTo>
                <a:lnTo>
                  <a:pt x="2552898" y="1453513"/>
                </a:lnTo>
                <a:lnTo>
                  <a:pt x="0" y="14535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1866878" y="2973182"/>
            <a:ext cx="153923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Bell MT" panose="02020503060305020303" pitchFamily="18" charset="0"/>
            </a:endParaRPr>
          </a:p>
        </p:txBody>
      </p:sp>
      <p:sp>
        <p:nvSpPr>
          <p:cNvPr id="17" name="TextBox 10"/>
          <p:cNvSpPr txBox="1"/>
          <p:nvPr/>
        </p:nvSpPr>
        <p:spPr>
          <a:xfrm>
            <a:off x="3429198" y="2507343"/>
            <a:ext cx="11734601" cy="704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Tourista’s Travel Solution</a:t>
            </a:r>
          </a:p>
        </p:txBody>
      </p:sp>
      <p:pic>
        <p:nvPicPr>
          <p:cNvPr id="8" name="Picture 7"/>
          <p:cNvPicPr/>
          <p:nvPr/>
        </p:nvPicPr>
        <p:blipFill>
          <a:blip r:embed="rId5"/>
          <a:srcRect t="13934" b="8470"/>
          <a:stretch>
            <a:fillRect/>
          </a:stretch>
        </p:blipFill>
        <p:spPr>
          <a:xfrm>
            <a:off x="4419600" y="3238500"/>
            <a:ext cx="10304780" cy="56381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 dir="u"/>
      </p:transition>
    </mc:Choice>
    <mc:Fallback xmlns="">
      <p:transition spd="slow"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7647">
            <a:off x="581004" y="666750"/>
            <a:ext cx="17127897" cy="0"/>
          </a:xfrm>
          <a:prstGeom prst="line">
            <a:avLst/>
          </a:prstGeom>
          <a:ln w="28575" cap="rnd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7647">
            <a:off x="580052" y="9540820"/>
            <a:ext cx="17127897" cy="0"/>
          </a:xfrm>
          <a:prstGeom prst="line">
            <a:avLst/>
          </a:prstGeom>
          <a:ln w="28575" cap="rnd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rot="5385303">
            <a:off x="-3856051" y="5103785"/>
            <a:ext cx="8912251" cy="0"/>
          </a:xfrm>
          <a:prstGeom prst="line">
            <a:avLst/>
          </a:prstGeom>
          <a:ln w="28575" cap="rnd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rot="5385303">
            <a:off x="13233704" y="5103785"/>
            <a:ext cx="8912251" cy="0"/>
          </a:xfrm>
          <a:prstGeom prst="line">
            <a:avLst/>
          </a:prstGeom>
          <a:ln w="28575" cap="rnd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563205" y="9636276"/>
            <a:ext cx="152286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5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931734" y="9645801"/>
            <a:ext cx="7234365" cy="763055"/>
            <a:chOff x="0" y="0"/>
            <a:chExt cx="9645820" cy="101740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45820" cy="1017407"/>
            </a:xfrm>
            <a:custGeom>
              <a:avLst/>
              <a:gdLst/>
              <a:ahLst/>
              <a:cxnLst/>
              <a:rect l="l" t="t" r="r" b="b"/>
              <a:pathLst>
                <a:path w="9645820" h="1017407">
                  <a:moveTo>
                    <a:pt x="0" y="0"/>
                  </a:moveTo>
                  <a:lnTo>
                    <a:pt x="9645820" y="0"/>
                  </a:lnTo>
                  <a:lnTo>
                    <a:pt x="9645820" y="1017407"/>
                  </a:lnTo>
                  <a:lnTo>
                    <a:pt x="0" y="1017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42875"/>
              <a:ext cx="9645820" cy="11602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710"/>
                </a:lnSpc>
              </a:pPr>
              <a:r>
                <a:rPr lang="en-US" sz="221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Department of Creative Technology - FCAI</a:t>
              </a:r>
            </a:p>
            <a:p>
              <a:pPr algn="ctr">
                <a:lnSpc>
                  <a:spcPts val="2350"/>
                </a:lnSpc>
              </a:pPr>
              <a:endParaRPr lang="en-US" sz="221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1028700"/>
            <a:ext cx="2552898" cy="1453513"/>
          </a:xfrm>
          <a:custGeom>
            <a:avLst/>
            <a:gdLst/>
            <a:ahLst/>
            <a:cxnLst/>
            <a:rect l="l" t="t" r="r" b="b"/>
            <a:pathLst>
              <a:path w="2552898" h="1453513">
                <a:moveTo>
                  <a:pt x="0" y="0"/>
                </a:moveTo>
                <a:lnTo>
                  <a:pt x="2552898" y="0"/>
                </a:lnTo>
                <a:lnTo>
                  <a:pt x="2552898" y="1453513"/>
                </a:lnTo>
                <a:lnTo>
                  <a:pt x="0" y="14535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5608676" y="989751"/>
            <a:ext cx="1650624" cy="1383908"/>
            <a:chOff x="0" y="0"/>
            <a:chExt cx="2200832" cy="18452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00783" cy="1845183"/>
            </a:xfrm>
            <a:custGeom>
              <a:avLst/>
              <a:gdLst/>
              <a:ahLst/>
              <a:cxnLst/>
              <a:rect l="l" t="t" r="r" b="b"/>
              <a:pathLst>
                <a:path w="2200783" h="1845183">
                  <a:moveTo>
                    <a:pt x="0" y="0"/>
                  </a:moveTo>
                  <a:lnTo>
                    <a:pt x="2200783" y="0"/>
                  </a:lnTo>
                  <a:lnTo>
                    <a:pt x="2200783" y="1845183"/>
                  </a:lnTo>
                  <a:lnTo>
                    <a:pt x="0" y="1845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2" r="-2" b="-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218" y="4152900"/>
            <a:ext cx="3276402" cy="97512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218" y="5601549"/>
            <a:ext cx="3480307" cy="84059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6"/>
          <a:srcRect l="3087" t="15890" r="7157" b="25498"/>
          <a:stretch>
            <a:fillRect/>
          </a:stretch>
        </p:blipFill>
        <p:spPr>
          <a:xfrm>
            <a:off x="2305149" y="3367084"/>
            <a:ext cx="13288167" cy="5157603"/>
          </a:xfrm>
          <a:prstGeom prst="rect">
            <a:avLst/>
          </a:prstGeom>
        </p:spPr>
      </p:pic>
      <p:sp>
        <p:nvSpPr>
          <p:cNvPr id="17" name="TextBox 10"/>
          <p:cNvSpPr txBox="1"/>
          <p:nvPr/>
        </p:nvSpPr>
        <p:spPr>
          <a:xfrm>
            <a:off x="4716635" y="2068036"/>
            <a:ext cx="8856634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over/>
      </p:transition>
    </mc:Choice>
    <mc:Fallback xmlns="">
      <p:transition spd="slow">
        <p:cover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9996" y="388022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509044" y="9262093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509996" y="388022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7599751" y="388022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518597" y="701499"/>
            <a:ext cx="1650624" cy="1383908"/>
          </a:xfrm>
          <a:custGeom>
            <a:avLst/>
            <a:gdLst/>
            <a:ahLst/>
            <a:cxnLst/>
            <a:rect l="l" t="t" r="r" b="b"/>
            <a:pathLst>
              <a:path w="1650624" h="1383908">
                <a:moveTo>
                  <a:pt x="0" y="0"/>
                </a:moveTo>
                <a:lnTo>
                  <a:pt x="1650624" y="0"/>
                </a:lnTo>
                <a:lnTo>
                  <a:pt x="1650624" y="1383907"/>
                </a:lnTo>
                <a:lnTo>
                  <a:pt x="0" y="1383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466714" y="9348023"/>
            <a:ext cx="165110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6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931734" y="9645801"/>
            <a:ext cx="7234365" cy="763055"/>
            <a:chOff x="0" y="0"/>
            <a:chExt cx="9645820" cy="101740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45820" cy="1017407"/>
            </a:xfrm>
            <a:custGeom>
              <a:avLst/>
              <a:gdLst/>
              <a:ahLst/>
              <a:cxnLst/>
              <a:rect l="l" t="t" r="r" b="b"/>
              <a:pathLst>
                <a:path w="9645820" h="1017407">
                  <a:moveTo>
                    <a:pt x="0" y="0"/>
                  </a:moveTo>
                  <a:lnTo>
                    <a:pt x="9645820" y="0"/>
                  </a:lnTo>
                  <a:lnTo>
                    <a:pt x="9645820" y="1017407"/>
                  </a:lnTo>
                  <a:lnTo>
                    <a:pt x="0" y="1017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42875"/>
              <a:ext cx="9645820" cy="11602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710"/>
                </a:lnSpc>
              </a:pPr>
              <a:r>
                <a:rPr lang="en-US" sz="221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Department of Creative Technology - FCAI</a:t>
              </a:r>
            </a:p>
            <a:p>
              <a:pPr algn="ctr">
                <a:lnSpc>
                  <a:spcPts val="2350"/>
                </a:lnSpc>
              </a:pPr>
              <a:endParaRPr lang="en-US" sz="221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1028700"/>
            <a:ext cx="2552898" cy="1453513"/>
          </a:xfrm>
          <a:custGeom>
            <a:avLst/>
            <a:gdLst/>
            <a:ahLst/>
            <a:cxnLst/>
            <a:rect l="l" t="t" r="r" b="b"/>
            <a:pathLst>
              <a:path w="2552898" h="1453513">
                <a:moveTo>
                  <a:pt x="0" y="0"/>
                </a:moveTo>
                <a:lnTo>
                  <a:pt x="2552898" y="0"/>
                </a:lnTo>
                <a:lnTo>
                  <a:pt x="2552898" y="1453513"/>
                </a:lnTo>
                <a:lnTo>
                  <a:pt x="0" y="14535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l="2988" t="26125" r="2771" b="9349"/>
          <a:stretch>
            <a:fillRect/>
          </a:stretch>
        </p:blipFill>
        <p:spPr>
          <a:xfrm>
            <a:off x="3034598" y="3313406"/>
            <a:ext cx="12039600" cy="4845085"/>
          </a:xfrm>
          <a:prstGeom prst="rect">
            <a:avLst/>
          </a:prstGeom>
        </p:spPr>
      </p:pic>
      <p:sp>
        <p:nvSpPr>
          <p:cNvPr id="14" name="TextBox 10"/>
          <p:cNvSpPr txBox="1"/>
          <p:nvPr/>
        </p:nvSpPr>
        <p:spPr>
          <a:xfrm>
            <a:off x="4625604" y="1908933"/>
            <a:ext cx="8856634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9996" y="388022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509044" y="9262093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509996" y="388022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7599751" y="388022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518597" y="701499"/>
            <a:ext cx="1650624" cy="1383908"/>
          </a:xfrm>
          <a:custGeom>
            <a:avLst/>
            <a:gdLst/>
            <a:ahLst/>
            <a:cxnLst/>
            <a:rect l="l" t="t" r="r" b="b"/>
            <a:pathLst>
              <a:path w="1650624" h="1383908">
                <a:moveTo>
                  <a:pt x="0" y="0"/>
                </a:moveTo>
                <a:lnTo>
                  <a:pt x="1650624" y="0"/>
                </a:lnTo>
                <a:lnTo>
                  <a:pt x="1650624" y="1383907"/>
                </a:lnTo>
                <a:lnTo>
                  <a:pt x="0" y="1383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466714" y="9348023"/>
            <a:ext cx="165110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6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931734" y="9645801"/>
            <a:ext cx="7234365" cy="763055"/>
            <a:chOff x="0" y="0"/>
            <a:chExt cx="9645820" cy="101740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45820" cy="1017407"/>
            </a:xfrm>
            <a:custGeom>
              <a:avLst/>
              <a:gdLst/>
              <a:ahLst/>
              <a:cxnLst/>
              <a:rect l="l" t="t" r="r" b="b"/>
              <a:pathLst>
                <a:path w="9645820" h="1017407">
                  <a:moveTo>
                    <a:pt x="0" y="0"/>
                  </a:moveTo>
                  <a:lnTo>
                    <a:pt x="9645820" y="0"/>
                  </a:lnTo>
                  <a:lnTo>
                    <a:pt x="9645820" y="1017407"/>
                  </a:lnTo>
                  <a:lnTo>
                    <a:pt x="0" y="1017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42875"/>
              <a:ext cx="9645820" cy="11602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710"/>
                </a:lnSpc>
              </a:pPr>
              <a:r>
                <a:rPr lang="en-US" sz="221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Department of Creative Technology - FCAI</a:t>
              </a:r>
            </a:p>
            <a:p>
              <a:pPr algn="ctr">
                <a:lnSpc>
                  <a:spcPts val="2350"/>
                </a:lnSpc>
              </a:pPr>
              <a:endParaRPr lang="en-US" sz="221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1028700"/>
            <a:ext cx="2552898" cy="1453513"/>
          </a:xfrm>
          <a:custGeom>
            <a:avLst/>
            <a:gdLst/>
            <a:ahLst/>
            <a:cxnLst/>
            <a:rect l="l" t="t" r="r" b="b"/>
            <a:pathLst>
              <a:path w="2552898" h="1453513">
                <a:moveTo>
                  <a:pt x="0" y="0"/>
                </a:moveTo>
                <a:lnTo>
                  <a:pt x="2552898" y="0"/>
                </a:lnTo>
                <a:lnTo>
                  <a:pt x="2552898" y="1453513"/>
                </a:lnTo>
                <a:lnTo>
                  <a:pt x="0" y="14535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0"/>
          <p:cNvSpPr txBox="1"/>
          <p:nvPr/>
        </p:nvSpPr>
        <p:spPr>
          <a:xfrm>
            <a:off x="4625604" y="1908933"/>
            <a:ext cx="8856634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D2508A-7FBB-4037-8AE8-CEE149D097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602" y="2060558"/>
            <a:ext cx="14325592" cy="762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709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9996" y="388022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509044" y="9262093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509996" y="388022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7599751" y="388022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7485950" y="9348023"/>
            <a:ext cx="126638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7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931734" y="9645801"/>
            <a:ext cx="7234365" cy="763055"/>
            <a:chOff x="0" y="0"/>
            <a:chExt cx="9645820" cy="101740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645820" cy="1017407"/>
            </a:xfrm>
            <a:custGeom>
              <a:avLst/>
              <a:gdLst/>
              <a:ahLst/>
              <a:cxnLst/>
              <a:rect l="l" t="t" r="r" b="b"/>
              <a:pathLst>
                <a:path w="9645820" h="1017407">
                  <a:moveTo>
                    <a:pt x="0" y="0"/>
                  </a:moveTo>
                  <a:lnTo>
                    <a:pt x="9645820" y="0"/>
                  </a:lnTo>
                  <a:lnTo>
                    <a:pt x="9645820" y="1017407"/>
                  </a:lnTo>
                  <a:lnTo>
                    <a:pt x="0" y="1017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42875"/>
              <a:ext cx="9645820" cy="11602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710"/>
                </a:lnSpc>
              </a:pPr>
              <a:r>
                <a:rPr lang="en-US" sz="221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Department of Creative Technology - FCAI</a:t>
              </a:r>
            </a:p>
            <a:p>
              <a:pPr algn="ctr">
                <a:lnSpc>
                  <a:spcPts val="2350"/>
                </a:lnSpc>
              </a:pPr>
              <a:endParaRPr lang="en-US" sz="221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1150677" y="938977"/>
            <a:ext cx="2552898" cy="1453513"/>
          </a:xfrm>
          <a:custGeom>
            <a:avLst/>
            <a:gdLst/>
            <a:ahLst/>
            <a:cxnLst/>
            <a:rect l="l" t="t" r="r" b="b"/>
            <a:pathLst>
              <a:path w="2552898" h="1453513">
                <a:moveTo>
                  <a:pt x="0" y="0"/>
                </a:moveTo>
                <a:lnTo>
                  <a:pt x="2552898" y="0"/>
                </a:lnTo>
                <a:lnTo>
                  <a:pt x="2552898" y="1453513"/>
                </a:lnTo>
                <a:lnTo>
                  <a:pt x="0" y="14535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>
            <a:off x="15518597" y="701499"/>
            <a:ext cx="1650624" cy="1383908"/>
          </a:xfrm>
          <a:custGeom>
            <a:avLst/>
            <a:gdLst/>
            <a:ahLst/>
            <a:cxnLst/>
            <a:rect l="l" t="t" r="r" b="b"/>
            <a:pathLst>
              <a:path w="1650624" h="1383908">
                <a:moveTo>
                  <a:pt x="0" y="0"/>
                </a:moveTo>
                <a:lnTo>
                  <a:pt x="1650624" y="0"/>
                </a:lnTo>
                <a:lnTo>
                  <a:pt x="1650624" y="1383907"/>
                </a:lnTo>
                <a:lnTo>
                  <a:pt x="0" y="1383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4"/>
          <a:srcRect t="7334" b="7334"/>
          <a:stretch>
            <a:fillRect/>
          </a:stretch>
        </p:blipFill>
        <p:spPr>
          <a:xfrm>
            <a:off x="4411559" y="2854955"/>
            <a:ext cx="9464877" cy="5637590"/>
          </a:xfrm>
          <a:prstGeom prst="rect">
            <a:avLst/>
          </a:prstGeom>
        </p:spPr>
      </p:pic>
      <p:sp>
        <p:nvSpPr>
          <p:cNvPr id="17" name="TextBox 10"/>
          <p:cNvSpPr txBox="1"/>
          <p:nvPr/>
        </p:nvSpPr>
        <p:spPr>
          <a:xfrm>
            <a:off x="4715681" y="1693185"/>
            <a:ext cx="8856634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 dir="u"/>
      </p:transition>
    </mc:Choice>
    <mc:Fallback xmlns="">
      <p:transition spd="slow">
        <p:push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9996" y="388022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509044" y="9262093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509996" y="388022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7599751" y="388022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7471523" y="9348023"/>
            <a:ext cx="155492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8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931734" y="9645801"/>
            <a:ext cx="7234365" cy="763055"/>
            <a:chOff x="0" y="0"/>
            <a:chExt cx="9645820" cy="101740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645820" cy="1017407"/>
            </a:xfrm>
            <a:custGeom>
              <a:avLst/>
              <a:gdLst/>
              <a:ahLst/>
              <a:cxnLst/>
              <a:rect l="l" t="t" r="r" b="b"/>
              <a:pathLst>
                <a:path w="9645820" h="1017407">
                  <a:moveTo>
                    <a:pt x="0" y="0"/>
                  </a:moveTo>
                  <a:lnTo>
                    <a:pt x="9645820" y="0"/>
                  </a:lnTo>
                  <a:lnTo>
                    <a:pt x="9645820" y="1017407"/>
                  </a:lnTo>
                  <a:lnTo>
                    <a:pt x="0" y="1017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42875"/>
              <a:ext cx="9645820" cy="11602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710"/>
                </a:lnSpc>
              </a:pPr>
              <a:r>
                <a:rPr lang="en-US" sz="2210" dirty="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Department of Creative Technology - FCAI</a:t>
              </a:r>
            </a:p>
            <a:p>
              <a:pPr algn="ctr">
                <a:lnSpc>
                  <a:spcPts val="2350"/>
                </a:lnSpc>
              </a:pPr>
              <a:endParaRPr lang="en-US" sz="221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1150677" y="938977"/>
            <a:ext cx="2552898" cy="1453513"/>
          </a:xfrm>
          <a:custGeom>
            <a:avLst/>
            <a:gdLst/>
            <a:ahLst/>
            <a:cxnLst/>
            <a:rect l="l" t="t" r="r" b="b"/>
            <a:pathLst>
              <a:path w="2552898" h="1453513">
                <a:moveTo>
                  <a:pt x="0" y="0"/>
                </a:moveTo>
                <a:lnTo>
                  <a:pt x="2552898" y="0"/>
                </a:lnTo>
                <a:lnTo>
                  <a:pt x="2552898" y="1453513"/>
                </a:lnTo>
                <a:lnTo>
                  <a:pt x="0" y="14535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>
            <a:off x="15518597" y="701499"/>
            <a:ext cx="1650624" cy="1383908"/>
          </a:xfrm>
          <a:custGeom>
            <a:avLst/>
            <a:gdLst/>
            <a:ahLst/>
            <a:cxnLst/>
            <a:rect l="l" t="t" r="r" b="b"/>
            <a:pathLst>
              <a:path w="1650624" h="1383908">
                <a:moveTo>
                  <a:pt x="0" y="0"/>
                </a:moveTo>
                <a:lnTo>
                  <a:pt x="1650624" y="0"/>
                </a:lnTo>
                <a:lnTo>
                  <a:pt x="1650624" y="1383907"/>
                </a:lnTo>
                <a:lnTo>
                  <a:pt x="0" y="1383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4"/>
          <a:srcRect l="3165" t="632" r="3165" b="4430"/>
          <a:stretch>
            <a:fillRect/>
          </a:stretch>
        </p:blipFill>
        <p:spPr>
          <a:xfrm>
            <a:off x="3314700" y="2664709"/>
            <a:ext cx="11658600" cy="5920074"/>
          </a:xfrm>
          <a:prstGeom prst="rect">
            <a:avLst/>
          </a:prstGeom>
        </p:spPr>
      </p:pic>
      <p:sp>
        <p:nvSpPr>
          <p:cNvPr id="17" name="TextBox 10"/>
          <p:cNvSpPr txBox="1"/>
          <p:nvPr/>
        </p:nvSpPr>
        <p:spPr>
          <a:xfrm>
            <a:off x="4715683" y="1692191"/>
            <a:ext cx="8856634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 dir="u"/>
      </p:transition>
    </mc:Choice>
    <mc:Fallback xmlns="">
      <p:transition spd="slow">
        <p:push dir="u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9996" y="388022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509044" y="9262093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509996" y="460430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7599751" y="388022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518597" y="701499"/>
            <a:ext cx="1650624" cy="1383908"/>
          </a:xfrm>
          <a:custGeom>
            <a:avLst/>
            <a:gdLst/>
            <a:ahLst/>
            <a:cxnLst/>
            <a:rect l="l" t="t" r="r" b="b"/>
            <a:pathLst>
              <a:path w="1650624" h="1383908">
                <a:moveTo>
                  <a:pt x="0" y="0"/>
                </a:moveTo>
                <a:lnTo>
                  <a:pt x="1650624" y="0"/>
                </a:lnTo>
                <a:lnTo>
                  <a:pt x="1650624" y="1383907"/>
                </a:lnTo>
                <a:lnTo>
                  <a:pt x="0" y="1383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466714" y="9348023"/>
            <a:ext cx="165110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9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931734" y="9645801"/>
            <a:ext cx="7234365" cy="763055"/>
            <a:chOff x="0" y="0"/>
            <a:chExt cx="9645820" cy="101740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45820" cy="1017407"/>
            </a:xfrm>
            <a:custGeom>
              <a:avLst/>
              <a:gdLst/>
              <a:ahLst/>
              <a:cxnLst/>
              <a:rect l="l" t="t" r="r" b="b"/>
              <a:pathLst>
                <a:path w="9645820" h="1017407">
                  <a:moveTo>
                    <a:pt x="0" y="0"/>
                  </a:moveTo>
                  <a:lnTo>
                    <a:pt x="9645820" y="0"/>
                  </a:lnTo>
                  <a:lnTo>
                    <a:pt x="9645820" y="1017407"/>
                  </a:lnTo>
                  <a:lnTo>
                    <a:pt x="0" y="1017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42875"/>
              <a:ext cx="9645820" cy="11602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710"/>
                </a:lnSpc>
              </a:pPr>
              <a:r>
                <a:rPr lang="en-US" sz="221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Department of Creative Technology - FCAI</a:t>
              </a:r>
            </a:p>
            <a:p>
              <a:pPr algn="ctr">
                <a:lnSpc>
                  <a:spcPts val="2350"/>
                </a:lnSpc>
              </a:pPr>
              <a:endParaRPr lang="en-US" sz="221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1028700"/>
            <a:ext cx="2552898" cy="1453513"/>
          </a:xfrm>
          <a:custGeom>
            <a:avLst/>
            <a:gdLst/>
            <a:ahLst/>
            <a:cxnLst/>
            <a:rect l="l" t="t" r="r" b="b"/>
            <a:pathLst>
              <a:path w="2552898" h="1453513">
                <a:moveTo>
                  <a:pt x="0" y="0"/>
                </a:moveTo>
                <a:lnTo>
                  <a:pt x="2552898" y="0"/>
                </a:lnTo>
                <a:lnTo>
                  <a:pt x="2552898" y="1453513"/>
                </a:lnTo>
                <a:lnTo>
                  <a:pt x="0" y="14535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7"/>
          <p:cNvSpPr txBox="1"/>
          <p:nvPr/>
        </p:nvSpPr>
        <p:spPr>
          <a:xfrm>
            <a:off x="6342800" y="1987866"/>
            <a:ext cx="5423196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endParaRPr lang="en-US" sz="4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290" y="3820877"/>
            <a:ext cx="13655413" cy="468060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78838" y="2904161"/>
            <a:ext cx="1493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landing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page provides user-friendly interface for users to explore tourism services.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9996" y="388022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509044" y="9262093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509996" y="388022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7599751" y="388022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518597" y="701499"/>
            <a:ext cx="1650624" cy="1383908"/>
          </a:xfrm>
          <a:custGeom>
            <a:avLst/>
            <a:gdLst/>
            <a:ahLst/>
            <a:cxnLst/>
            <a:rect l="l" t="t" r="r" b="b"/>
            <a:pathLst>
              <a:path w="1650624" h="1383908">
                <a:moveTo>
                  <a:pt x="0" y="0"/>
                </a:moveTo>
                <a:lnTo>
                  <a:pt x="1650624" y="0"/>
                </a:lnTo>
                <a:lnTo>
                  <a:pt x="1650624" y="1383907"/>
                </a:lnTo>
                <a:lnTo>
                  <a:pt x="0" y="1383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391373" y="9348023"/>
            <a:ext cx="315792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10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931734" y="9645801"/>
            <a:ext cx="7234365" cy="763055"/>
            <a:chOff x="0" y="0"/>
            <a:chExt cx="9645820" cy="101740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45820" cy="1017407"/>
            </a:xfrm>
            <a:custGeom>
              <a:avLst/>
              <a:gdLst/>
              <a:ahLst/>
              <a:cxnLst/>
              <a:rect l="l" t="t" r="r" b="b"/>
              <a:pathLst>
                <a:path w="9645820" h="1017407">
                  <a:moveTo>
                    <a:pt x="0" y="0"/>
                  </a:moveTo>
                  <a:lnTo>
                    <a:pt x="9645820" y="0"/>
                  </a:lnTo>
                  <a:lnTo>
                    <a:pt x="9645820" y="1017407"/>
                  </a:lnTo>
                  <a:lnTo>
                    <a:pt x="0" y="1017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42875"/>
              <a:ext cx="9645820" cy="11602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710"/>
                </a:lnSpc>
              </a:pPr>
              <a:r>
                <a:rPr lang="en-US" sz="221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Department of Creative Technology - FCAI</a:t>
              </a:r>
            </a:p>
            <a:p>
              <a:pPr algn="ctr">
                <a:lnSpc>
                  <a:spcPts val="2350"/>
                </a:lnSpc>
              </a:pPr>
              <a:endParaRPr lang="en-US" sz="221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1028700"/>
            <a:ext cx="2552898" cy="1453513"/>
          </a:xfrm>
          <a:custGeom>
            <a:avLst/>
            <a:gdLst/>
            <a:ahLst/>
            <a:cxnLst/>
            <a:rect l="l" t="t" r="r" b="b"/>
            <a:pathLst>
              <a:path w="2552898" h="1453513">
                <a:moveTo>
                  <a:pt x="0" y="0"/>
                </a:moveTo>
                <a:lnTo>
                  <a:pt x="2552898" y="0"/>
                </a:lnTo>
                <a:lnTo>
                  <a:pt x="2552898" y="1453513"/>
                </a:lnTo>
                <a:lnTo>
                  <a:pt x="0" y="14535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740173" y="2858964"/>
            <a:ext cx="15011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page allows users to securely register and log in with email/google account.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811" y="3720290"/>
            <a:ext cx="14080985" cy="5030005"/>
          </a:xfrm>
          <a:prstGeom prst="rect">
            <a:avLst/>
          </a:prstGeom>
        </p:spPr>
      </p:pic>
      <p:sp>
        <p:nvSpPr>
          <p:cNvPr id="16" name="TextBox 7"/>
          <p:cNvSpPr txBox="1"/>
          <p:nvPr/>
        </p:nvSpPr>
        <p:spPr>
          <a:xfrm>
            <a:off x="3561545" y="1920901"/>
            <a:ext cx="10846388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endParaRPr lang="en-US" sz="4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9996" y="388022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509044" y="9262093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509996" y="388022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7599751" y="388022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518597" y="701499"/>
            <a:ext cx="1650624" cy="1383908"/>
          </a:xfrm>
          <a:custGeom>
            <a:avLst/>
            <a:gdLst/>
            <a:ahLst/>
            <a:cxnLst/>
            <a:rect l="l" t="t" r="r" b="b"/>
            <a:pathLst>
              <a:path w="1650624" h="1383908">
                <a:moveTo>
                  <a:pt x="0" y="0"/>
                </a:moveTo>
                <a:lnTo>
                  <a:pt x="1650624" y="0"/>
                </a:lnTo>
                <a:lnTo>
                  <a:pt x="1650624" y="1383907"/>
                </a:lnTo>
                <a:lnTo>
                  <a:pt x="0" y="1383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413014" y="9348023"/>
            <a:ext cx="272510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11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931734" y="9645801"/>
            <a:ext cx="7234365" cy="763055"/>
            <a:chOff x="0" y="0"/>
            <a:chExt cx="9645820" cy="101740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45820" cy="1017407"/>
            </a:xfrm>
            <a:custGeom>
              <a:avLst/>
              <a:gdLst/>
              <a:ahLst/>
              <a:cxnLst/>
              <a:rect l="l" t="t" r="r" b="b"/>
              <a:pathLst>
                <a:path w="9645820" h="1017407">
                  <a:moveTo>
                    <a:pt x="0" y="0"/>
                  </a:moveTo>
                  <a:lnTo>
                    <a:pt x="9645820" y="0"/>
                  </a:lnTo>
                  <a:lnTo>
                    <a:pt x="9645820" y="1017407"/>
                  </a:lnTo>
                  <a:lnTo>
                    <a:pt x="0" y="1017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42875"/>
              <a:ext cx="9645820" cy="11602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710"/>
                </a:lnSpc>
              </a:pPr>
              <a:r>
                <a:rPr lang="en-US" sz="221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Department of Creative Technology - FCAI</a:t>
              </a:r>
            </a:p>
            <a:p>
              <a:pPr algn="ctr">
                <a:lnSpc>
                  <a:spcPts val="2350"/>
                </a:lnSpc>
              </a:pPr>
              <a:endParaRPr lang="en-US" sz="221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1028700"/>
            <a:ext cx="2552898" cy="1453513"/>
          </a:xfrm>
          <a:custGeom>
            <a:avLst/>
            <a:gdLst/>
            <a:ahLst/>
            <a:cxnLst/>
            <a:rect l="l" t="t" r="r" b="b"/>
            <a:pathLst>
              <a:path w="2552898" h="1453513">
                <a:moveTo>
                  <a:pt x="0" y="0"/>
                </a:moveTo>
                <a:lnTo>
                  <a:pt x="2552898" y="0"/>
                </a:lnTo>
                <a:lnTo>
                  <a:pt x="2552898" y="1453513"/>
                </a:lnTo>
                <a:lnTo>
                  <a:pt x="0" y="14535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252" y="3866955"/>
            <a:ext cx="12763496" cy="46040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Rectangle 15"/>
          <p:cNvSpPr/>
          <p:nvPr/>
        </p:nvSpPr>
        <p:spPr>
          <a:xfrm>
            <a:off x="3195325" y="3139469"/>
            <a:ext cx="118192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browse available tour packages and view destination details.</a:t>
            </a:r>
          </a:p>
        </p:txBody>
      </p:sp>
      <p:sp>
        <p:nvSpPr>
          <p:cNvPr id="15" name="TextBox 7"/>
          <p:cNvSpPr txBox="1"/>
          <p:nvPr/>
        </p:nvSpPr>
        <p:spPr>
          <a:xfrm>
            <a:off x="3681762" y="2257906"/>
            <a:ext cx="10846388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(User’s Dashboard)</a:t>
            </a:r>
            <a:endParaRPr lang="en-US" sz="4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9996" y="388022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509044" y="9262093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509996" y="388022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7599751" y="388022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518597" y="701499"/>
            <a:ext cx="1650624" cy="1383908"/>
          </a:xfrm>
          <a:custGeom>
            <a:avLst/>
            <a:gdLst/>
            <a:ahLst/>
            <a:cxnLst/>
            <a:rect l="l" t="t" r="r" b="b"/>
            <a:pathLst>
              <a:path w="1650624" h="1383908">
                <a:moveTo>
                  <a:pt x="0" y="0"/>
                </a:moveTo>
                <a:lnTo>
                  <a:pt x="1650624" y="0"/>
                </a:lnTo>
                <a:lnTo>
                  <a:pt x="1650624" y="1383907"/>
                </a:lnTo>
                <a:lnTo>
                  <a:pt x="0" y="1383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410610" y="9348023"/>
            <a:ext cx="277320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12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931734" y="9645801"/>
            <a:ext cx="7234365" cy="763055"/>
            <a:chOff x="0" y="0"/>
            <a:chExt cx="9645820" cy="101740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45820" cy="1017407"/>
            </a:xfrm>
            <a:custGeom>
              <a:avLst/>
              <a:gdLst/>
              <a:ahLst/>
              <a:cxnLst/>
              <a:rect l="l" t="t" r="r" b="b"/>
              <a:pathLst>
                <a:path w="9645820" h="1017407">
                  <a:moveTo>
                    <a:pt x="0" y="0"/>
                  </a:moveTo>
                  <a:lnTo>
                    <a:pt x="9645820" y="0"/>
                  </a:lnTo>
                  <a:lnTo>
                    <a:pt x="9645820" y="1017407"/>
                  </a:lnTo>
                  <a:lnTo>
                    <a:pt x="0" y="1017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42875"/>
              <a:ext cx="9645820" cy="11602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710"/>
                </a:lnSpc>
              </a:pPr>
              <a:r>
                <a:rPr lang="en-US" sz="221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Department of Creative Technology - FCAI</a:t>
              </a:r>
            </a:p>
            <a:p>
              <a:pPr algn="ctr">
                <a:lnSpc>
                  <a:spcPts val="2350"/>
                </a:lnSpc>
              </a:pPr>
              <a:endParaRPr lang="en-US" sz="221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1028700"/>
            <a:ext cx="2552898" cy="1453513"/>
          </a:xfrm>
          <a:custGeom>
            <a:avLst/>
            <a:gdLst/>
            <a:ahLst/>
            <a:cxnLst/>
            <a:rect l="l" t="t" r="r" b="b"/>
            <a:pathLst>
              <a:path w="2552898" h="1453513">
                <a:moveTo>
                  <a:pt x="0" y="0"/>
                </a:moveTo>
                <a:lnTo>
                  <a:pt x="2552898" y="0"/>
                </a:lnTo>
                <a:lnTo>
                  <a:pt x="2552898" y="1453513"/>
                </a:lnTo>
                <a:lnTo>
                  <a:pt x="0" y="14535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700" y="3771900"/>
            <a:ext cx="12420600" cy="454429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067050" y="2956740"/>
            <a:ext cx="121539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3200" dirty="0">
                <a:latin typeface="Arial" panose="020B0604020202020204" pitchFamily="34" charset="0"/>
              </a:rPr>
              <a:t>The admin dashboard manages tour packages and system data.</a:t>
            </a:r>
          </a:p>
          <a:p>
            <a:pPr algn="ctr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7"/>
          <p:cNvSpPr txBox="1"/>
          <p:nvPr/>
        </p:nvSpPr>
        <p:spPr>
          <a:xfrm>
            <a:off x="3720806" y="2151291"/>
            <a:ext cx="10846388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(Admin’s Dashboard)</a:t>
            </a:r>
            <a:endParaRPr lang="en-US" sz="4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9996" y="388022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509044" y="9262093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509996" y="388022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7599751" y="388022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518597" y="701499"/>
            <a:ext cx="1650624" cy="1383908"/>
          </a:xfrm>
          <a:custGeom>
            <a:avLst/>
            <a:gdLst/>
            <a:ahLst/>
            <a:cxnLst/>
            <a:rect l="l" t="t" r="r" b="b"/>
            <a:pathLst>
              <a:path w="1650624" h="1383908">
                <a:moveTo>
                  <a:pt x="0" y="0"/>
                </a:moveTo>
                <a:lnTo>
                  <a:pt x="1650624" y="0"/>
                </a:lnTo>
                <a:lnTo>
                  <a:pt x="1650624" y="1383907"/>
                </a:lnTo>
                <a:lnTo>
                  <a:pt x="0" y="1383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406602" y="9348023"/>
            <a:ext cx="285335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13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931734" y="9645801"/>
            <a:ext cx="7234365" cy="763055"/>
            <a:chOff x="0" y="0"/>
            <a:chExt cx="9645820" cy="101740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45820" cy="1017407"/>
            </a:xfrm>
            <a:custGeom>
              <a:avLst/>
              <a:gdLst/>
              <a:ahLst/>
              <a:cxnLst/>
              <a:rect l="l" t="t" r="r" b="b"/>
              <a:pathLst>
                <a:path w="9645820" h="1017407">
                  <a:moveTo>
                    <a:pt x="0" y="0"/>
                  </a:moveTo>
                  <a:lnTo>
                    <a:pt x="9645820" y="0"/>
                  </a:lnTo>
                  <a:lnTo>
                    <a:pt x="9645820" y="1017407"/>
                  </a:lnTo>
                  <a:lnTo>
                    <a:pt x="0" y="1017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42875"/>
              <a:ext cx="9645820" cy="11602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710"/>
                </a:lnSpc>
              </a:pPr>
              <a:r>
                <a:rPr lang="en-US" sz="221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Department of Creative Technology - FCAI</a:t>
              </a:r>
            </a:p>
            <a:p>
              <a:pPr algn="ctr">
                <a:lnSpc>
                  <a:spcPts val="2350"/>
                </a:lnSpc>
              </a:pPr>
              <a:endParaRPr lang="en-US" sz="221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1028700"/>
            <a:ext cx="2552898" cy="1453513"/>
          </a:xfrm>
          <a:custGeom>
            <a:avLst/>
            <a:gdLst/>
            <a:ahLst/>
            <a:cxnLst/>
            <a:rect l="l" t="t" r="r" b="b"/>
            <a:pathLst>
              <a:path w="2552898" h="1453513">
                <a:moveTo>
                  <a:pt x="0" y="0"/>
                </a:moveTo>
                <a:lnTo>
                  <a:pt x="2552898" y="0"/>
                </a:lnTo>
                <a:lnTo>
                  <a:pt x="2552898" y="1453513"/>
                </a:lnTo>
                <a:lnTo>
                  <a:pt x="0" y="14535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162300" y="8328586"/>
            <a:ext cx="11963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4"/>
          <a:srcRect l="6793" t="19532" r="6189" b="11528"/>
          <a:stretch>
            <a:fillRect/>
          </a:stretch>
        </p:blipFill>
        <p:spPr>
          <a:xfrm>
            <a:off x="3002808" y="3384982"/>
            <a:ext cx="13092215" cy="5143297"/>
          </a:xfrm>
          <a:prstGeom prst="rect">
            <a:avLst/>
          </a:prstGeom>
        </p:spPr>
      </p:pic>
      <p:sp>
        <p:nvSpPr>
          <p:cNvPr id="15" name="TextBox 7"/>
          <p:cNvSpPr txBox="1"/>
          <p:nvPr/>
        </p:nvSpPr>
        <p:spPr>
          <a:xfrm>
            <a:off x="3720806" y="2085407"/>
            <a:ext cx="10846388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Technologies</a:t>
            </a:r>
            <a:endParaRPr lang="en-US" sz="4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over/>
      </p:transition>
    </mc:Choice>
    <mc:Fallback xmlns="">
      <p:transition spd="slow">
        <p:cover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0075" y="676275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599123" y="9550345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600075" y="676275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7689830" y="676275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608676" y="989751"/>
            <a:ext cx="1650624" cy="1383908"/>
          </a:xfrm>
          <a:custGeom>
            <a:avLst/>
            <a:gdLst/>
            <a:ahLst/>
            <a:cxnLst/>
            <a:rect l="l" t="t" r="r" b="b"/>
            <a:pathLst>
              <a:path w="1650624" h="1383908">
                <a:moveTo>
                  <a:pt x="0" y="0"/>
                </a:moveTo>
                <a:lnTo>
                  <a:pt x="1650624" y="0"/>
                </a:lnTo>
                <a:lnTo>
                  <a:pt x="1650624" y="1383908"/>
                </a:lnTo>
                <a:lnTo>
                  <a:pt x="0" y="13839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438694" y="1095788"/>
            <a:ext cx="6795688" cy="1905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0"/>
              </a:lnSpc>
            </a:pPr>
            <a:r>
              <a:rPr lang="en-US" sz="5460" b="1" dirty="0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 </a:t>
            </a:r>
          </a:p>
          <a:p>
            <a:pPr algn="ctr">
              <a:lnSpc>
                <a:spcPts val="7640"/>
              </a:lnSpc>
            </a:pPr>
            <a:endParaRPr lang="en-US" sz="5460" b="1" dirty="0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483950" y="9636276"/>
            <a:ext cx="291747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14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931734" y="9645801"/>
            <a:ext cx="7234365" cy="763055"/>
            <a:chOff x="0" y="0"/>
            <a:chExt cx="9645820" cy="10174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645820" cy="1017407"/>
            </a:xfrm>
            <a:custGeom>
              <a:avLst/>
              <a:gdLst/>
              <a:ahLst/>
              <a:cxnLst/>
              <a:rect l="l" t="t" r="r" b="b"/>
              <a:pathLst>
                <a:path w="9645820" h="1017407">
                  <a:moveTo>
                    <a:pt x="0" y="0"/>
                  </a:moveTo>
                  <a:lnTo>
                    <a:pt x="9645820" y="0"/>
                  </a:lnTo>
                  <a:lnTo>
                    <a:pt x="9645820" y="1017407"/>
                  </a:lnTo>
                  <a:lnTo>
                    <a:pt x="0" y="1017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42875"/>
              <a:ext cx="9645820" cy="11602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710"/>
                </a:lnSpc>
              </a:pPr>
              <a:r>
                <a:rPr lang="en-US" sz="221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Department of Creative Technology - FCAI</a:t>
              </a:r>
            </a:p>
            <a:p>
              <a:pPr algn="ctr">
                <a:lnSpc>
                  <a:spcPts val="2350"/>
                </a:lnSpc>
              </a:pPr>
              <a:endParaRPr lang="en-US" sz="221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8700" y="1028700"/>
            <a:ext cx="2552898" cy="1453513"/>
          </a:xfrm>
          <a:custGeom>
            <a:avLst/>
            <a:gdLst/>
            <a:ahLst/>
            <a:cxnLst/>
            <a:rect l="l" t="t" r="r" b="b"/>
            <a:pathLst>
              <a:path w="2552898" h="1453513">
                <a:moveTo>
                  <a:pt x="0" y="0"/>
                </a:moveTo>
                <a:lnTo>
                  <a:pt x="2552898" y="0"/>
                </a:lnTo>
                <a:lnTo>
                  <a:pt x="2552898" y="1453513"/>
                </a:lnTo>
                <a:lnTo>
                  <a:pt x="0" y="14535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t="17580" b="16054"/>
          <a:stretch>
            <a:fillRect/>
          </a:stretch>
        </p:blipFill>
        <p:spPr>
          <a:xfrm>
            <a:off x="2745633" y="3291454"/>
            <a:ext cx="12875075" cy="5453659"/>
          </a:xfrm>
          <a:prstGeom prst="rect">
            <a:avLst/>
          </a:prstGeom>
        </p:spPr>
      </p:pic>
      <p:sp>
        <p:nvSpPr>
          <p:cNvPr id="16" name="TextBox 7"/>
          <p:cNvSpPr txBox="1"/>
          <p:nvPr/>
        </p:nvSpPr>
        <p:spPr>
          <a:xfrm>
            <a:off x="3758906" y="2177198"/>
            <a:ext cx="10846388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the System</a:t>
            </a:r>
            <a:endParaRPr lang="en-US" sz="4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ll/>
      </p:transition>
    </mc:Choice>
    <mc:Fallback xmlns="">
      <p:transition spd="slow">
        <p:pull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0075" y="676275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599123" y="9550345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600075" y="676275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7689830" y="676275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608676" y="989751"/>
            <a:ext cx="1650624" cy="1383908"/>
          </a:xfrm>
          <a:custGeom>
            <a:avLst/>
            <a:gdLst/>
            <a:ahLst/>
            <a:cxnLst/>
            <a:rect l="l" t="t" r="r" b="b"/>
            <a:pathLst>
              <a:path w="1650624" h="1383908">
                <a:moveTo>
                  <a:pt x="0" y="0"/>
                </a:moveTo>
                <a:lnTo>
                  <a:pt x="1650624" y="0"/>
                </a:lnTo>
                <a:lnTo>
                  <a:pt x="1650624" y="1383908"/>
                </a:lnTo>
                <a:lnTo>
                  <a:pt x="0" y="1383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438694" y="1095788"/>
            <a:ext cx="6795688" cy="1905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0"/>
              </a:lnSpc>
            </a:pPr>
            <a:endParaRPr lang="en-US" sz="5460" b="1" dirty="0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algn="ctr">
              <a:lnSpc>
                <a:spcPts val="7640"/>
              </a:lnSpc>
            </a:pPr>
            <a:endParaRPr lang="en-US" sz="5460" b="1" dirty="0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485551" y="9636276"/>
            <a:ext cx="288542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15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931734" y="9645801"/>
            <a:ext cx="7234365" cy="763055"/>
            <a:chOff x="0" y="0"/>
            <a:chExt cx="9645820" cy="101740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645820" cy="1017407"/>
            </a:xfrm>
            <a:custGeom>
              <a:avLst/>
              <a:gdLst/>
              <a:ahLst/>
              <a:cxnLst/>
              <a:rect l="l" t="t" r="r" b="b"/>
              <a:pathLst>
                <a:path w="9645820" h="1017407">
                  <a:moveTo>
                    <a:pt x="0" y="0"/>
                  </a:moveTo>
                  <a:lnTo>
                    <a:pt x="9645820" y="0"/>
                  </a:lnTo>
                  <a:lnTo>
                    <a:pt x="9645820" y="1017407"/>
                  </a:lnTo>
                  <a:lnTo>
                    <a:pt x="0" y="1017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42875"/>
              <a:ext cx="9645820" cy="11602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710"/>
                </a:lnSpc>
              </a:pPr>
              <a:r>
                <a:rPr lang="en-US" sz="221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Department of Creative Technology - FCAI</a:t>
              </a:r>
            </a:p>
            <a:p>
              <a:pPr algn="ctr">
                <a:lnSpc>
                  <a:spcPts val="2350"/>
                </a:lnSpc>
              </a:pPr>
              <a:endParaRPr lang="en-US" sz="221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1028700"/>
            <a:ext cx="2552898" cy="1453513"/>
          </a:xfrm>
          <a:custGeom>
            <a:avLst/>
            <a:gdLst/>
            <a:ahLst/>
            <a:cxnLst/>
            <a:rect l="l" t="t" r="r" b="b"/>
            <a:pathLst>
              <a:path w="2552898" h="1453513">
                <a:moveTo>
                  <a:pt x="0" y="0"/>
                </a:moveTo>
                <a:lnTo>
                  <a:pt x="2552898" y="0"/>
                </a:lnTo>
                <a:lnTo>
                  <a:pt x="2552898" y="1453513"/>
                </a:lnTo>
                <a:lnTo>
                  <a:pt x="0" y="14535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5"/>
          <a:srcRect l="4598" t="17329" r="6514" b="6989"/>
          <a:stretch>
            <a:fillRect/>
          </a:stretch>
        </p:blipFill>
        <p:spPr>
          <a:xfrm>
            <a:off x="4362443" y="3421081"/>
            <a:ext cx="10465387" cy="5600701"/>
          </a:xfrm>
          <a:prstGeom prst="rect">
            <a:avLst/>
          </a:prstGeom>
        </p:spPr>
      </p:pic>
      <p:sp>
        <p:nvSpPr>
          <p:cNvPr id="14" name="TextBox 7"/>
          <p:cNvSpPr txBox="1"/>
          <p:nvPr/>
        </p:nvSpPr>
        <p:spPr>
          <a:xfrm>
            <a:off x="4171943" y="2308443"/>
            <a:ext cx="10846388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System Enhancements</a:t>
            </a:r>
            <a:endParaRPr lang="en-US" sz="4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0075" y="676275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599123" y="9550345"/>
            <a:ext cx="17089755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600075" y="676275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7689830" y="676275"/>
            <a:ext cx="0" cy="887407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608676" y="989751"/>
            <a:ext cx="1650624" cy="1383908"/>
          </a:xfrm>
          <a:custGeom>
            <a:avLst/>
            <a:gdLst/>
            <a:ahLst/>
            <a:cxnLst/>
            <a:rect l="l" t="t" r="r" b="b"/>
            <a:pathLst>
              <a:path w="1650624" h="1383908">
                <a:moveTo>
                  <a:pt x="0" y="0"/>
                </a:moveTo>
                <a:lnTo>
                  <a:pt x="1650624" y="0"/>
                </a:lnTo>
                <a:lnTo>
                  <a:pt x="1650624" y="1383908"/>
                </a:lnTo>
                <a:lnTo>
                  <a:pt x="0" y="13839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5438694" y="1095788"/>
            <a:ext cx="6795688" cy="1905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0"/>
              </a:lnSpc>
            </a:pPr>
            <a:r>
              <a:rPr lang="en-US" sz="5460" b="1" dirty="0"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 </a:t>
            </a:r>
          </a:p>
          <a:p>
            <a:pPr algn="ctr">
              <a:lnSpc>
                <a:spcPts val="7640"/>
              </a:lnSpc>
            </a:pPr>
            <a:endParaRPr lang="en-US" sz="5460" b="1" dirty="0"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479140" y="9636276"/>
            <a:ext cx="301366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16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526818" y="9683901"/>
            <a:ext cx="7234365" cy="763055"/>
            <a:chOff x="0" y="0"/>
            <a:chExt cx="9645820" cy="10174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645820" cy="1017407"/>
            </a:xfrm>
            <a:custGeom>
              <a:avLst/>
              <a:gdLst/>
              <a:ahLst/>
              <a:cxnLst/>
              <a:rect l="l" t="t" r="r" b="b"/>
              <a:pathLst>
                <a:path w="9645820" h="1017407">
                  <a:moveTo>
                    <a:pt x="0" y="0"/>
                  </a:moveTo>
                  <a:lnTo>
                    <a:pt x="9645820" y="0"/>
                  </a:lnTo>
                  <a:lnTo>
                    <a:pt x="9645820" y="1017407"/>
                  </a:lnTo>
                  <a:lnTo>
                    <a:pt x="0" y="1017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42875"/>
              <a:ext cx="9645820" cy="11602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710"/>
                </a:lnSpc>
              </a:pPr>
              <a:r>
                <a:rPr lang="en-US" sz="2210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Department of Creative Technology - FCAI</a:t>
              </a:r>
            </a:p>
            <a:p>
              <a:pPr algn="ctr">
                <a:lnSpc>
                  <a:spcPts val="2350"/>
                </a:lnSpc>
              </a:pPr>
              <a:endParaRPr lang="en-US" sz="221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8700" y="1028700"/>
            <a:ext cx="2552898" cy="1453513"/>
          </a:xfrm>
          <a:custGeom>
            <a:avLst/>
            <a:gdLst/>
            <a:ahLst/>
            <a:cxnLst/>
            <a:rect l="l" t="t" r="r" b="b"/>
            <a:pathLst>
              <a:path w="2552898" h="1453513">
                <a:moveTo>
                  <a:pt x="0" y="0"/>
                </a:moveTo>
                <a:lnTo>
                  <a:pt x="2552898" y="0"/>
                </a:lnTo>
                <a:lnTo>
                  <a:pt x="2552898" y="1453513"/>
                </a:lnTo>
                <a:lnTo>
                  <a:pt x="0" y="14535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4"/>
          <a:srcRect t="19569" b="10569"/>
          <a:stretch>
            <a:fillRect/>
          </a:stretch>
        </p:blipFill>
        <p:spPr>
          <a:xfrm>
            <a:off x="1411397" y="3566268"/>
            <a:ext cx="15466160" cy="5234625"/>
          </a:xfrm>
          <a:prstGeom prst="rect">
            <a:avLst/>
          </a:prstGeom>
        </p:spPr>
      </p:pic>
      <p:sp>
        <p:nvSpPr>
          <p:cNvPr id="15" name="TextBox 7"/>
          <p:cNvSpPr txBox="1"/>
          <p:nvPr/>
        </p:nvSpPr>
        <p:spPr>
          <a:xfrm>
            <a:off x="3461574" y="2363025"/>
            <a:ext cx="11365805" cy="705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4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text on a white background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148" y="838718"/>
            <a:ext cx="16766529" cy="86087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AutoShape 2"/>
          <p:cNvSpPr/>
          <p:nvPr/>
        </p:nvSpPr>
        <p:spPr>
          <a:xfrm rot="7647">
            <a:off x="581004" y="666750"/>
            <a:ext cx="17127897" cy="0"/>
          </a:xfrm>
          <a:prstGeom prst="line">
            <a:avLst/>
          </a:prstGeom>
          <a:ln w="28575" cap="rnd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7647">
            <a:off x="580052" y="9540820"/>
            <a:ext cx="17127897" cy="0"/>
          </a:xfrm>
          <a:prstGeom prst="line">
            <a:avLst/>
          </a:prstGeom>
          <a:ln w="28575" cap="rnd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rot="5385303">
            <a:off x="-3856051" y="5103785"/>
            <a:ext cx="8912251" cy="0"/>
          </a:xfrm>
          <a:prstGeom prst="line">
            <a:avLst/>
          </a:prstGeom>
          <a:ln w="28575" cap="rnd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rot="5385303">
            <a:off x="13233704" y="5103785"/>
            <a:ext cx="8912251" cy="0"/>
          </a:xfrm>
          <a:prstGeom prst="line">
            <a:avLst/>
          </a:prstGeom>
          <a:ln w="28575" cap="rnd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521473" y="6578988"/>
            <a:ext cx="9246959" cy="215512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ts val="15455"/>
              </a:lnSpc>
            </a:pPr>
            <a:endParaRPr lang="en-US" sz="9200" b="1" dirty="0">
              <a:solidFill>
                <a:srgbClr val="000000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7548671" y="9636276"/>
            <a:ext cx="262893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17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931734" y="9645801"/>
            <a:ext cx="7234365" cy="763055"/>
            <a:chOff x="0" y="0"/>
            <a:chExt cx="9645820" cy="101740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645820" cy="1017407"/>
            </a:xfrm>
            <a:custGeom>
              <a:avLst/>
              <a:gdLst/>
              <a:ahLst/>
              <a:cxnLst/>
              <a:rect l="l" t="t" r="r" b="b"/>
              <a:pathLst>
                <a:path w="9645820" h="1017407">
                  <a:moveTo>
                    <a:pt x="0" y="0"/>
                  </a:moveTo>
                  <a:lnTo>
                    <a:pt x="9645820" y="0"/>
                  </a:lnTo>
                  <a:lnTo>
                    <a:pt x="9645820" y="1017407"/>
                  </a:lnTo>
                  <a:lnTo>
                    <a:pt x="0" y="1017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42875"/>
              <a:ext cx="9645820" cy="116028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710"/>
                </a:lnSpc>
              </a:pPr>
              <a:r>
                <a:rPr lang="en-US" sz="2210" dirty="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Department of Creative Technology - FCAI</a:t>
              </a:r>
            </a:p>
            <a:p>
              <a:pPr algn="ctr">
                <a:lnSpc>
                  <a:spcPts val="2350"/>
                </a:lnSpc>
              </a:pPr>
              <a:endParaRPr lang="en-US" sz="2210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6" name="Freeform 16"/>
          <p:cNvSpPr/>
          <p:nvPr/>
        </p:nvSpPr>
        <p:spPr>
          <a:xfrm>
            <a:off x="1066800" y="1020594"/>
            <a:ext cx="2552898" cy="1453513"/>
          </a:xfrm>
          <a:custGeom>
            <a:avLst/>
            <a:gdLst/>
            <a:ahLst/>
            <a:cxnLst/>
            <a:rect l="l" t="t" r="r" b="b"/>
            <a:pathLst>
              <a:path w="2552898" h="1453513">
                <a:moveTo>
                  <a:pt x="0" y="0"/>
                </a:moveTo>
                <a:lnTo>
                  <a:pt x="2552898" y="0"/>
                </a:lnTo>
                <a:lnTo>
                  <a:pt x="2552898" y="1453513"/>
                </a:lnTo>
                <a:lnTo>
                  <a:pt x="0" y="14535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362</Words>
  <Application>Microsoft Office PowerPoint</Application>
  <PresentationFormat>Custom</PresentationFormat>
  <Paragraphs>94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Calibri</vt:lpstr>
      <vt:lpstr>Bell MT</vt:lpstr>
      <vt:lpstr>Arial</vt:lpstr>
      <vt:lpstr>Canva Sans Bold</vt:lpstr>
      <vt:lpstr>Arial Bold</vt:lpstr>
      <vt:lpstr>Times New Roman</vt:lpstr>
      <vt:lpstr>Tahoma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Project</dc:title>
  <dc:creator>Wania Adnan</dc:creator>
  <cp:lastModifiedBy>Ali Hassan</cp:lastModifiedBy>
  <cp:revision>54</cp:revision>
  <dcterms:created xsi:type="dcterms:W3CDTF">2006-08-16T00:00:00Z</dcterms:created>
  <dcterms:modified xsi:type="dcterms:W3CDTF">2025-12-28T22:21:58Z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81DF282A2809463E81A19237030839AC_12</vt:lpwstr>
  </property>
  <property fmtid="{D5CDD505-2E9C-101B-9397-08002B2CF9AE}" pid="3" name="KSOProductBuildVer">
    <vt:lpwstr>1033-12.2.0.23196</vt:lpwstr>
  </property>
</Properties>
</file>